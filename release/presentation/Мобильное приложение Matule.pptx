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82762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805F-FF0F-4BAA-A3A3-E4F945D687F8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F3A6-CC5D-4649-8527-DB0C21FDDFD9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B6F927C-B73E-4F9D-ADFE-F6E23BD7CEE8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FFFF-984A-4EE5-9BF2-EC9310C878F1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271C1-B42E-4A60-A25F-0185B888604B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6292-3725-4763-8973-4C59F0403D99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996D1-8909-469F-911A-4C12C68BF5D9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73BC-5D11-4675-B334-102E1E8C9B50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27B8E45F-652B-4E89-8925-000B0AB8FD98}" type="datetimeFigureOut">
              <a:rPr lang="en-US" dirty="0"/>
              <a:t>2/12/2026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B5C51-60B3-48EF-AA78-DB950F30DBA2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676B-6E73-4E3B-A9B3-4966DB9B52A5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C4A3462A-2D5B-48AF-A3D4-EF8A90A50A80}" type="datetimeFigureOut">
              <a:rPr lang="en-US" dirty="0"/>
              <a:t>2/12/2026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2"/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CD47C-7EFD-4950-99B4-5280E69B0E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/>
          <a:lstStyle/>
          <a:p>
            <a:r>
              <a:rPr lang="ru-RU" dirty="0"/>
              <a:t>Мобильное приложение </a:t>
            </a:r>
            <a:r>
              <a:rPr lang="en-US" dirty="0" err="1"/>
              <a:t>Matule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6CB6A10-BE9A-4D63-A8DC-46E58896B8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/>
          <a:lstStyle/>
          <a:p>
            <a:r>
              <a:rPr lang="ru-RU" dirty="0"/>
              <a:t>Презентацию подготовила </a:t>
            </a:r>
            <a:r>
              <a:rPr lang="ru-RU" dirty="0" err="1"/>
              <a:t>Рудавина</a:t>
            </a:r>
            <a:r>
              <a:rPr lang="ru-RU" dirty="0"/>
              <a:t> Ю.А.</a:t>
            </a:r>
          </a:p>
        </p:txBody>
      </p:sp>
    </p:spTree>
    <p:extLst>
      <p:ext uri="{BB962C8B-B14F-4D97-AF65-F5344CB8AC3E}">
        <p14:creationId xmlns:p14="http://schemas.microsoft.com/office/powerpoint/2010/main" val="2791294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CC6DB8-C9A0-4611-BEEE-FD36F864A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38505C-A387-48B4-8546-CDEE76305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4094335" cy="4050792"/>
          </a:xfrm>
        </p:spPr>
        <p:txBody>
          <a:bodyPr/>
          <a:lstStyle/>
          <a:p>
            <a:r>
              <a:rPr lang="ru-RU" dirty="0"/>
              <a:t>Данное приложение было разработано в </a:t>
            </a:r>
            <a:r>
              <a:rPr lang="en-US" dirty="0"/>
              <a:t>Android Studio</a:t>
            </a:r>
            <a:r>
              <a:rPr lang="ru-RU" dirty="0"/>
              <a:t>, с использованием языка программирования </a:t>
            </a:r>
            <a:r>
              <a:rPr lang="en-US" dirty="0"/>
              <a:t>Kotlin</a:t>
            </a:r>
            <a:r>
              <a:rPr lang="ru-RU" dirty="0"/>
              <a:t> и языка разметки </a:t>
            </a:r>
            <a:r>
              <a:rPr lang="en-US" dirty="0"/>
              <a:t>xml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1595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DB2A47-B0B3-4E8D-9232-74CB3AC7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классов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7BE9FF-4868-4A2C-A12B-97DA9FB9D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6603BB-9C28-446B-8F1C-EAB25636C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069" y="1521077"/>
            <a:ext cx="7961175" cy="525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08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A8C4A0-0CD1-4750-91AB-B50DB554E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5165489" cy="1609344"/>
          </a:xfrm>
        </p:spPr>
        <p:txBody>
          <a:bodyPr/>
          <a:lstStyle/>
          <a:p>
            <a:r>
              <a:rPr lang="ru-RU" dirty="0"/>
              <a:t>Архитектурные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8A3021-B380-4878-BD08-C96DA9F2E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4590723" cy="4050792"/>
          </a:xfrm>
        </p:spPr>
        <p:txBody>
          <a:bodyPr/>
          <a:lstStyle/>
          <a:p>
            <a:r>
              <a:rPr lang="ru-RU" dirty="0"/>
              <a:t>Использована многоуровневая архитектура для приложения. С уровнями </a:t>
            </a:r>
            <a:r>
              <a:rPr lang="en-US" dirty="0"/>
              <a:t>Domain</a:t>
            </a:r>
            <a:r>
              <a:rPr lang="ru-RU" dirty="0"/>
              <a:t>, </a:t>
            </a:r>
            <a:r>
              <a:rPr lang="en-US" dirty="0"/>
              <a:t>Presentation, Data</a:t>
            </a: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0982FF0-F994-401F-A4B2-E94296734D60}"/>
              </a:ext>
            </a:extLst>
          </p:cNvPr>
          <p:cNvSpPr txBox="1">
            <a:spLocks/>
          </p:cNvSpPr>
          <p:nvPr/>
        </p:nvSpPr>
        <p:spPr>
          <a:xfrm>
            <a:off x="6592388" y="484632"/>
            <a:ext cx="4833258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none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Используемые библиотеки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10BFB38-0BD5-46FE-9340-3A5549DA3E97}"/>
              </a:ext>
            </a:extLst>
          </p:cNvPr>
          <p:cNvSpPr txBox="1">
            <a:spLocks/>
          </p:cNvSpPr>
          <p:nvPr/>
        </p:nvSpPr>
        <p:spPr>
          <a:xfrm>
            <a:off x="6735519" y="2090493"/>
            <a:ext cx="4454995" cy="405079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2"/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ru-RU" dirty="0"/>
              <a:t>В данном проекте использовались библиотеки:</a:t>
            </a:r>
          </a:p>
          <a:p>
            <a:r>
              <a:rPr lang="en-US" dirty="0" err="1"/>
              <a:t>Androidx.net.Uri</a:t>
            </a:r>
            <a:endParaRPr lang="en-US" dirty="0"/>
          </a:p>
          <a:p>
            <a:r>
              <a:rPr lang="en-US" dirty="0" err="1"/>
              <a:t>Androidx.appcompat</a:t>
            </a:r>
            <a:endParaRPr lang="en-US" dirty="0"/>
          </a:p>
          <a:p>
            <a:r>
              <a:rPr lang="en-US" dirty="0" err="1"/>
              <a:t>Androidx.core</a:t>
            </a:r>
            <a:endParaRPr lang="en-US" dirty="0"/>
          </a:p>
          <a:p>
            <a:r>
              <a:rPr lang="en-US" dirty="0" err="1"/>
              <a:t>Android.content.Intent</a:t>
            </a:r>
            <a:endParaRPr lang="en-US" dirty="0"/>
          </a:p>
          <a:p>
            <a:r>
              <a:rPr lang="en-US" dirty="0" err="1"/>
              <a:t>Android.widget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Данные библиотеки были использованы за счёт своей простоты, а так же так как многие из них находятся в </a:t>
            </a:r>
            <a:r>
              <a:rPr lang="en-US" dirty="0"/>
              <a:t>Android Studio</a:t>
            </a:r>
            <a:r>
              <a:rPr lang="ru-RU" dirty="0"/>
              <a:t> изначально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7708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E148E40-565A-4FAD-BD3B-C847DF925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7" y="484632"/>
            <a:ext cx="4813185" cy="1609344"/>
          </a:xfrm>
        </p:spPr>
        <p:txBody>
          <a:bodyPr>
            <a:normAutofit fontScale="90000"/>
          </a:bodyPr>
          <a:lstStyle/>
          <a:p>
            <a:r>
              <a:rPr lang="ru-RU" dirty="0"/>
              <a:t>Схема взаимодействия экранов</a:t>
            </a:r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C9D0DA00-BA86-4083-8C8D-FC0AE902D3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83033" y="484632"/>
            <a:ext cx="5795162" cy="5668076"/>
          </a:xfrm>
        </p:spPr>
      </p:pic>
    </p:spTree>
    <p:extLst>
      <p:ext uri="{BB962C8B-B14F-4D97-AF65-F5344CB8AC3E}">
        <p14:creationId xmlns:p14="http://schemas.microsoft.com/office/powerpoint/2010/main" val="3890256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DA92F-4067-4914-A646-491C5544A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Сценарий использования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C2BEF9-9041-4911-A44F-46D61A75C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Регистрация</a:t>
            </a:r>
          </a:p>
          <a:p>
            <a:r>
              <a:rPr lang="ru-RU" dirty="0"/>
              <a:t>Изучение товаров на главной странице</a:t>
            </a:r>
          </a:p>
          <a:p>
            <a:r>
              <a:rPr lang="ru-RU" dirty="0"/>
              <a:t>Переход в корзину</a:t>
            </a:r>
          </a:p>
          <a:p>
            <a:r>
              <a:rPr lang="ru-RU" dirty="0"/>
              <a:t>Список проектов</a:t>
            </a:r>
          </a:p>
          <a:p>
            <a:r>
              <a:rPr lang="ru-RU" dirty="0"/>
              <a:t>Создание проектов</a:t>
            </a:r>
          </a:p>
        </p:txBody>
      </p:sp>
    </p:spTree>
    <p:extLst>
      <p:ext uri="{BB962C8B-B14F-4D97-AF65-F5344CB8AC3E}">
        <p14:creationId xmlns:p14="http://schemas.microsoft.com/office/powerpoint/2010/main" val="32172325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Дерево">
  <a:themeElements>
    <a:clrScheme name="Wood Type">
      <a:dk1>
        <a:sysClr val="windowText" lastClr="000000"/>
      </a:dk1>
      <a:lt1>
        <a:sysClr val="window" lastClr="FFFFFF"/>
      </a:lt1>
      <a:dk2>
        <a:srgbClr val="84ACB6"/>
      </a:dk2>
      <a:lt2>
        <a:srgbClr val="EBE9DD"/>
      </a:lt2>
      <a:accent1>
        <a:srgbClr val="6F8183"/>
      </a:accent1>
      <a:accent2>
        <a:srgbClr val="967E96"/>
      </a:accent2>
      <a:accent3>
        <a:srgbClr val="CCC893"/>
      </a:accent3>
      <a:accent4>
        <a:srgbClr val="A54D74"/>
      </a:accent4>
      <a:accent5>
        <a:srgbClr val="949C6B"/>
      </a:accent5>
      <a:accent6>
        <a:srgbClr val="766A50"/>
      </a:accent6>
      <a:hlink>
        <a:srgbClr val="CC6600"/>
      </a:hlink>
      <a:folHlink>
        <a:srgbClr val="777777"/>
      </a:folHlink>
    </a:clrScheme>
    <a:fontScheme name="Wood 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man Old Style" panose="02050604050505020204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8E89CD47-BF55-4DDE-B823-2283AA7E76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TM03090434[[fn=Дерево]]</Template>
  <TotalTime>84</TotalTime>
  <Words>112</Words>
  <Application>Microsoft Office PowerPoint</Application>
  <PresentationFormat>Широкоэкранный</PresentationFormat>
  <Paragraphs>22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Bookman Old Style</vt:lpstr>
      <vt:lpstr>Cambria</vt:lpstr>
      <vt:lpstr>Century Gothic</vt:lpstr>
      <vt:lpstr>Wingdings</vt:lpstr>
      <vt:lpstr>Дерево</vt:lpstr>
      <vt:lpstr>Мобильное приложение Matule</vt:lpstr>
      <vt:lpstr>Реализация</vt:lpstr>
      <vt:lpstr>Схема классов</vt:lpstr>
      <vt:lpstr>Архитектурные решения</vt:lpstr>
      <vt:lpstr>Схема взаимодействия экранов</vt:lpstr>
      <vt:lpstr>Сценарий использования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Мобильное приложение Matule</dc:title>
  <dc:creator>WSR_5</dc:creator>
  <cp:lastModifiedBy>WSR_5</cp:lastModifiedBy>
  <cp:revision>6</cp:revision>
  <dcterms:created xsi:type="dcterms:W3CDTF">2026-02-12T05:24:19Z</dcterms:created>
  <dcterms:modified xsi:type="dcterms:W3CDTF">2026-02-12T06:48:41Z</dcterms:modified>
</cp:coreProperties>
</file>